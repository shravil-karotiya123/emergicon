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hyperlink" Target="https://shravil-karotiya123.github.io/Emergicon/" TargetMode="Externa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esentation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927" y="1046266"/>
            <a:ext cx="3291840" cy="3942507"/>
          </a:xfrm>
          <a:prstGeom prst="rect">
            <a:avLst/>
          </a:prstGeom>
        </p:spPr>
      </p:pic>
      <p:sp>
        <p:nvSpPr>
          <p:cNvPr id="4" name="Rectangle 3">
            <a:hlinkClick r:id="rId3"/>
          </p:cNvPr>
          <p:cNvSpPr/>
          <p:nvPr/>
        </p:nvSpPr>
        <p:spPr>
          <a:xfrm>
            <a:off x="3558540" y="1046480"/>
            <a:ext cx="5130165" cy="396113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19630" y="314960"/>
            <a:ext cx="8007985" cy="69977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ontserrat"/>
              </a:defRPr>
            </a:pPr>
            <a:r>
              <a:rPr lang="en-US" b="0">
                <a:latin typeface="Arial Black" panose="020B0A04020102020204" charset="0"/>
                <a:cs typeface="Arial Black" panose="020B0A04020102020204" charset="0"/>
              </a:rPr>
              <a:t>“ </a:t>
            </a:r>
            <a:r>
              <a:rPr b="0">
                <a:latin typeface="Arial Black" panose="020B0A04020102020204" charset="0"/>
                <a:cs typeface="Arial Black" panose="020B0A04020102020204" charset="0"/>
              </a:rPr>
              <a:t>Forum Installation Ceremony 2026-2027</a:t>
            </a:r>
            <a:r>
              <a:rPr lang="en-US" b="0">
                <a:latin typeface="Arial Black" panose="020B0A04020102020204" charset="0"/>
                <a:cs typeface="Arial Black" panose="020B0A04020102020204" charset="0"/>
              </a:rPr>
              <a:t> ”</a:t>
            </a:r>
            <a:endParaRPr lang="en-US" b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635" y="5338023"/>
            <a:ext cx="12191695" cy="67691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>
              <a:defRPr sz="1300" b="1">
                <a:solidFill>
                  <a:srgbClr val="5CBCCC"/>
                </a:solidFill>
                <a:latin typeface="Montserrat"/>
              </a:defRPr>
            </a:pPr>
            <a:r>
              <a:rPr sz="2400" b="0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  <a:t>Don't</a:t>
            </a:r>
            <a:br>
              <a:rPr b="0">
                <a:solidFill>
                  <a:srgbClr val="FF0000"/>
                </a:solidFill>
                <a:latin typeface="Arial Black" panose="020B0A04020102020204" charset="0"/>
                <a:cs typeface="Arial Black" panose="020B0A04020102020204" charset="0"/>
              </a:rPr>
            </a:br>
            <a:r>
              <a:rPr sz="2000" b="0">
                <a:solidFill>
                  <a:schemeClr val="bg1"/>
                </a:solidFill>
                <a:latin typeface="Arial Black" panose="020B0A04020102020204" charset="0"/>
                <a:cs typeface="Arial Black" panose="020B0A04020102020204" charset="0"/>
              </a:rPr>
              <a:t>click on the logo</a:t>
            </a:r>
            <a:endParaRPr sz="2000" b="0">
              <a:solidFill>
                <a:schemeClr val="bg1"/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WPS Presentation</Application>
  <PresentationFormat>On-screen Show 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SimSun</vt:lpstr>
      <vt:lpstr>Wingdings</vt:lpstr>
      <vt:lpstr>Arial</vt:lpstr>
      <vt:lpstr>Montserrat</vt:lpstr>
      <vt:lpstr>Segoe Print</vt:lpstr>
      <vt:lpstr>Calibri</vt:lpstr>
      <vt:lpstr>Microsoft YaHei</vt:lpstr>
      <vt:lpstr>Arial Unicode MS</vt:lpstr>
      <vt:lpstr>Impact</vt:lpstr>
      <vt:lpstr>Bahnschrift Condensed</vt:lpstr>
      <vt:lpstr>Bahnschrift SemiLight</vt:lpstr>
      <vt:lpstr>Arial Narrow</vt:lpstr>
      <vt:lpstr>Arial Black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ishak</cp:lastModifiedBy>
  <cp:revision>2</cp:revision>
  <dcterms:created xsi:type="dcterms:W3CDTF">2013-01-27T09:14:00Z</dcterms:created>
  <dcterms:modified xsi:type="dcterms:W3CDTF">2026-07-17T07:28:05Z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1033-12.1.0.26886</vt:lpwstr>
  </property>
  <property fmtid="{D5CDD505-2E9C-101B-9397-08002B2CF9AE}" pid="3" name="ICV">
    <vt:lpwstr>28E3F2403A1141C7915D1E775CA3DD8B_12</vt:lpwstr>
  </property>
</Properties>
</file>