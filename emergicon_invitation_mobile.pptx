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7561580" cy="1068895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shravil-karotiya123.github.io/Emergicon/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562088" cy="10689336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043" y="1834147"/>
            <a:ext cx="4572000" cy="5475705"/>
          </a:xfrm>
          <a:prstGeom prst="rect">
            <a:avLst/>
          </a:prstGeom>
        </p:spPr>
      </p:pic>
      <p:sp>
        <p:nvSpPr>
          <p:cNvPr id="4" name="Rectangle 3">
            <a:hlinkClick r:id="rId3"/>
          </p:cNvPr>
          <p:cNvSpPr/>
          <p:nvPr/>
        </p:nvSpPr>
        <p:spPr>
          <a:xfrm>
            <a:off x="1495043" y="2222767"/>
            <a:ext cx="4572000" cy="547570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937895"/>
            <a:ext cx="7558405" cy="7321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“ </a:t>
            </a:r>
            <a:r>
              <a:rPr b="0">
                <a:latin typeface="Arial Black" panose="020B0A04020102020204" charset="0"/>
                <a:cs typeface="Arial Black" panose="020B0A04020102020204" charset="0"/>
              </a:rPr>
              <a:t>Forum Installation Ceremony</a:t>
            </a: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 ”</a:t>
            </a:r>
            <a:r>
              <a:rPr b="0">
                <a:latin typeface="Arial Black" panose="020B0A04020102020204" charset="0"/>
                <a:cs typeface="Arial Black" panose="020B0A04020102020204" charset="0"/>
              </a:rPr>
              <a:t> </a:t>
            </a:r>
            <a:endParaRPr b="0"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“ </a:t>
            </a:r>
            <a:r>
              <a:rPr b="0">
                <a:latin typeface="Arial Black" panose="020B0A04020102020204" charset="0"/>
                <a:cs typeface="Arial Black" panose="020B0A04020102020204" charset="0"/>
              </a:rPr>
              <a:t>2026-2027</a:t>
            </a: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 ”</a:t>
            </a:r>
            <a:endParaRPr lang="en-US" b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052802"/>
            <a:ext cx="7562088" cy="92329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300" b="1">
                <a:solidFill>
                  <a:srgbClr val="5CBCCC"/>
                </a:solidFill>
                <a:latin typeface="Montserrat"/>
              </a:defRPr>
            </a:pPr>
            <a:r>
              <a:rPr sz="320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Don't</a:t>
            </a:r>
            <a:br>
              <a:rPr sz="24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sz="2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click on the logo</a:t>
            </a:r>
            <a:endParaRPr sz="2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WPS Presentation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</vt:lpstr>
      <vt:lpstr>Montserrat</vt:lpstr>
      <vt:lpstr>Segoe Print</vt:lpstr>
      <vt:lpstr>Calibri</vt:lpstr>
      <vt:lpstr>Microsoft YaHei</vt:lpstr>
      <vt:lpstr>Arial Unicode MS</vt:lpstr>
      <vt:lpstr>Arial Black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ishak</cp:lastModifiedBy>
  <cp:revision>2</cp:revision>
  <dcterms:created xsi:type="dcterms:W3CDTF">2013-01-27T09:14:00Z</dcterms:created>
  <dcterms:modified xsi:type="dcterms:W3CDTF">2026-07-17T07:32:28Z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1E0E4B6961A5453CB291BA3042FA8DF7_12</vt:lpwstr>
  </property>
  <property fmtid="{D5CDD505-2E9C-101B-9397-08002B2CF9AE}" pid="3" name="KSOProductBuildVer">
    <vt:lpwstr>1033-12.1.0.26886</vt:lpwstr>
  </property>
</Properties>
</file>