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shravil-karotiya123.github.io/Emergicon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27" y="1046266"/>
            <a:ext cx="3291840" cy="3942507"/>
          </a:xfrm>
          <a:prstGeom prst="rect">
            <a:avLst/>
          </a:prstGeom>
        </p:spPr>
      </p:pic>
      <p:sp>
        <p:nvSpPr>
          <p:cNvPr id="4" name="Rectangle 3">
            <a:hlinkClick r:id="rId4"/>
          </p:cNvPr>
          <p:cNvSpPr/>
          <p:nvPr/>
        </p:nvSpPr>
        <p:spPr>
          <a:xfrm>
            <a:off x="4449927" y="1046266"/>
            <a:ext cx="3291840" cy="394250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537413"/>
            <a:ext cx="12191695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Orbitron"/>
              </a:defRPr>
            </a:pPr>
            <a:r>
              <a:t>Do not click on the 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