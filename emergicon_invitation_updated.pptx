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shravil-karotiya123.github.io/Emergicon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1046266"/>
            <a:ext cx="3291840" cy="3942507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4449927" y="1046266"/>
            <a:ext cx="3291840" cy="39425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14746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Orbitron"/>
              </a:defRPr>
            </a:pPr>
            <a:r>
              <a:t>Forum Installation Ceremony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37413"/>
            <a:ext cx="12191695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300" b="1">
                <a:solidFill>
                  <a:srgbClr val="FF3B30"/>
                </a:solidFill>
                <a:latin typeface="Orbitron"/>
              </a:defRPr>
            </a:pPr>
            <a:r>
              <a:t>Don't</a:t>
            </a:r>
            <a:br/>
            <a:r>
              <a:t>click on the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